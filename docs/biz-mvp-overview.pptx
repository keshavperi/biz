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0"/>
            <a:ext cx="300197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88036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89720" y="3703320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F4EE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 ×  CREATOR</a:t>
            </a:r>
            <a:endParaRPr lang="en-US" sz="850" dirty="0"/>
          </a:p>
        </p:txBody>
      </p:sp>
      <p:sp>
        <p:nvSpPr>
          <p:cNvPr id="5" name="Text 1"/>
          <p:cNvSpPr/>
          <p:nvPr/>
        </p:nvSpPr>
        <p:spPr>
          <a:xfrm>
            <a:off x="640080" y="11430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TECHNICAL OVERVIEW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4008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11600" dirty="0"/>
          </a:p>
        </p:txBody>
      </p:sp>
      <p:sp>
        <p:nvSpPr>
          <p:cNvPr id="7" name="Text 3"/>
          <p:cNvSpPr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Technical Overview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B2B deal operating system for the creator economy in India.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5806440"/>
            <a:ext cx="7772400" cy="0"/>
          </a:xfrm>
          <a:prstGeom prst="line">
            <a:avLst/>
          </a:prstGeom>
          <a:noFill/>
          <a:ln w="12700">
            <a:solidFill>
              <a:srgbClr val="7A55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Spec v1.0   ·   Locked   ·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Deals run on WhatsApp and spreadsheets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get lost in chat. Payments slip. Nothing is auditable.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7665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41148" cy="786384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50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591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 negotiation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6426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buried across DMs, email, voice notes and screenshots.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172968"/>
            <a:ext cx="67665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172968"/>
            <a:ext cx="41148" cy="786384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383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291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source of truth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357530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agreements with no signed, structured record of what was promised.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05656"/>
            <a:ext cx="67665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4105656"/>
            <a:ext cx="41148" cy="786384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159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245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slip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45079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tracking, no reminders — overdue invoices and bad debt go unnoticed.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5038344"/>
            <a:ext cx="67665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5038344"/>
            <a:ext cx="41148" cy="786384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24865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1572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audit trail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508760" y="5440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Disputes come down to one person's word against the other's.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one deal lives in six places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772400" y="2743200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0" y="2743200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46920" y="2743200"/>
            <a:ext cx="1705356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29" name="Text 23"/>
          <p:cNvSpPr/>
          <p:nvPr/>
        </p:nvSpPr>
        <p:spPr>
          <a:xfrm>
            <a:off x="9646920" y="2743200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Sheets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772400" y="3310128"/>
            <a:ext cx="937260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31" name="Text 25"/>
          <p:cNvSpPr/>
          <p:nvPr/>
        </p:nvSpPr>
        <p:spPr>
          <a:xfrm>
            <a:off x="7772400" y="331012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326880" y="3310128"/>
            <a:ext cx="937260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33" name="Text 27"/>
          <p:cNvSpPr/>
          <p:nvPr/>
        </p:nvSpPr>
        <p:spPr>
          <a:xfrm>
            <a:off x="9326880" y="3310128"/>
            <a:ext cx="937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772400" y="3877056"/>
            <a:ext cx="1705356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35" name="Text 29"/>
          <p:cNvSpPr/>
          <p:nvPr/>
        </p:nvSpPr>
        <p:spPr>
          <a:xfrm>
            <a:off x="7772400" y="3877056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DMs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509760" y="3877056"/>
            <a:ext cx="1513332" cy="420624"/>
          </a:xfrm>
          <a:prstGeom prst="roundRect">
            <a:avLst>
              <a:gd name="adj" fmla="val 50000"/>
            </a:avLst>
          </a:prstGeom>
          <a:solidFill>
            <a:srgbClr val="D9D0C2"/>
          </a:solidFill>
          <a:ln/>
        </p:spPr>
      </p:sp>
      <p:sp>
        <p:nvSpPr>
          <p:cNvPr id="37" name="Text 31"/>
          <p:cNvSpPr/>
          <p:nvPr/>
        </p:nvSpPr>
        <p:spPr>
          <a:xfrm>
            <a:off x="9509760" y="3877056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777240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no single record, no enforcement, no memory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 — a deal operating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marketplace is the front door.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structured 7-stage deal flow is the product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replacing WhatsApp-and-spreadsheets chaos with one auditable process.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453564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41148" cy="2834640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6118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deal flow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2688" y="4224528"/>
            <a:ext cx="1904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gated, role-aware stages. The server is the source of truth; every transition logged.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9404" y="2606040"/>
            <a:ext cx="2453564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9404" y="2606040"/>
            <a:ext cx="41148" cy="2834640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4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2012" y="36118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contract parser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2012" y="4224528"/>
            <a:ext cx="1904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a messy negotiation into 22 clean fields. Never guesses — both parties confirm.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8728" y="2606040"/>
            <a:ext cx="2453564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8728" y="2606040"/>
            <a:ext cx="41148" cy="2834640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2926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1336" y="36118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Auto-populated trackers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71336" y="4224528"/>
            <a:ext cx="1904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parse fills the deal, payment, calendar and rights trackers. No re-entry.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98051" y="2606040"/>
            <a:ext cx="2453564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98051" y="2606040"/>
            <a:ext cx="41148" cy="2834640"/>
          </a:xfrm>
          <a:prstGeom prst="rect">
            <a:avLst/>
          </a:prstGeom>
          <a:solidFill>
            <a:srgbClr val="7A55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91" y="2926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659" y="361188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audit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90659" y="4224528"/>
            <a:ext cx="19049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+ RBAC defence-in-depth, an immutable audit log, encryption underneath everything.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MVP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creator + one brand. The full deal, end to 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14190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42206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8" name="Text 6"/>
          <p:cNvSpPr/>
          <p:nvPr/>
        </p:nvSpPr>
        <p:spPr>
          <a:xfrm>
            <a:off x="1769638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16317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44333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11" name="Text 9"/>
          <p:cNvSpPr/>
          <p:nvPr/>
        </p:nvSpPr>
        <p:spPr>
          <a:xfrm>
            <a:off x="2871765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8443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46459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14" name="Text 12"/>
          <p:cNvSpPr/>
          <p:nvPr/>
        </p:nvSpPr>
        <p:spPr>
          <a:xfrm>
            <a:off x="3973891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20569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48585" y="1920240"/>
            <a:ext cx="992398" cy="8686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7" name="Text 15"/>
          <p:cNvSpPr/>
          <p:nvPr/>
        </p:nvSpPr>
        <p:spPr>
          <a:xfrm>
            <a:off x="5076017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summary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22696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0712" y="1920240"/>
            <a:ext cx="992398" cy="868680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8144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+ e-sign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24822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52838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3" name="Text 21"/>
          <p:cNvSpPr/>
          <p:nvPr/>
        </p:nvSpPr>
        <p:spPr>
          <a:xfrm>
            <a:off x="7280270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6948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4964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396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proof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9075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57091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9" name="Text 27"/>
          <p:cNvSpPr/>
          <p:nvPr/>
        </p:nvSpPr>
        <p:spPr>
          <a:xfrm>
            <a:off x="9484523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431201" y="1920240"/>
            <a:ext cx="14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59217" y="1920240"/>
            <a:ext cx="992398" cy="86868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32" name="Text 30"/>
          <p:cNvSpPr/>
          <p:nvPr/>
        </p:nvSpPr>
        <p:spPr>
          <a:xfrm>
            <a:off x="10586649" y="1920240"/>
            <a:ext cx="9375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295351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marketplace is a convincing placeholder on mock data. The deal flow is real and complete.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2453564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77640"/>
            <a:ext cx="2453564" cy="4572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33672"/>
            <a:ext cx="2453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5800" dirty="0"/>
          </a:p>
        </p:txBody>
      </p:sp>
      <p:sp>
        <p:nvSpPr>
          <p:cNvPr id="37" name="Text 35"/>
          <p:cNvSpPr/>
          <p:nvPr/>
        </p:nvSpPr>
        <p:spPr>
          <a:xfrm>
            <a:off x="640080" y="5184648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features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59404" y="3977640"/>
            <a:ext cx="2453564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59404" y="3977640"/>
            <a:ext cx="2453564" cy="4572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0" name="Text 38"/>
          <p:cNvSpPr/>
          <p:nvPr/>
        </p:nvSpPr>
        <p:spPr>
          <a:xfrm>
            <a:off x="3459404" y="4233672"/>
            <a:ext cx="2453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5800" dirty="0"/>
          </a:p>
        </p:txBody>
      </p:sp>
      <p:sp>
        <p:nvSpPr>
          <p:cNvPr id="41" name="Text 39"/>
          <p:cNvSpPr/>
          <p:nvPr/>
        </p:nvSpPr>
        <p:spPr>
          <a:xfrm>
            <a:off x="3459404" y="5184648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stages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78728" y="3977640"/>
            <a:ext cx="2453564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8728" y="3977640"/>
            <a:ext cx="2453564" cy="4572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4" name="Text 42"/>
          <p:cNvSpPr/>
          <p:nvPr/>
        </p:nvSpPr>
        <p:spPr>
          <a:xfrm>
            <a:off x="6278728" y="4233672"/>
            <a:ext cx="2453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5800" dirty="0"/>
          </a:p>
        </p:txBody>
      </p:sp>
      <p:sp>
        <p:nvSpPr>
          <p:cNvPr id="45" name="Text 43"/>
          <p:cNvSpPr/>
          <p:nvPr/>
        </p:nvSpPr>
        <p:spPr>
          <a:xfrm>
            <a:off x="6278728" y="5184648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098051" y="3977640"/>
            <a:ext cx="2453564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98051" y="3977640"/>
            <a:ext cx="2453564" cy="4572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8" name="Text 46"/>
          <p:cNvSpPr/>
          <p:nvPr/>
        </p:nvSpPr>
        <p:spPr>
          <a:xfrm>
            <a:off x="9098051" y="4233672"/>
            <a:ext cx="2453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5800" dirty="0"/>
          </a:p>
        </p:txBody>
      </p:sp>
      <p:sp>
        <p:nvSpPr>
          <p:cNvPr id="49" name="Text 47"/>
          <p:cNvSpPr/>
          <p:nvPr/>
        </p:nvSpPr>
        <p:spPr>
          <a:xfrm>
            <a:off x="9098051" y="5184648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AI-parsed fields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IN ONE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7-stage deal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7512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request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79415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35447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10" name="Text 8"/>
          <p:cNvSpPr/>
          <p:nvPr/>
        </p:nvSpPr>
        <p:spPr>
          <a:xfrm>
            <a:off x="2235447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35447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262879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negotiate terms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74781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30813" y="2331720"/>
            <a:ext cx="1339335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5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0813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30813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58245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+ e-sign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70148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26180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0" name="Text 18"/>
          <p:cNvSpPr/>
          <p:nvPr/>
        </p:nvSpPr>
        <p:spPr>
          <a:xfrm>
            <a:off x="5426180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26180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53612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content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5515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21547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5" name="Text 23"/>
          <p:cNvSpPr/>
          <p:nvPr/>
        </p:nvSpPr>
        <p:spPr>
          <a:xfrm>
            <a:off x="7021547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21547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48979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live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0882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16914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30" name="Text 28"/>
          <p:cNvSpPr/>
          <p:nvPr/>
        </p:nvSpPr>
        <p:spPr>
          <a:xfrm>
            <a:off x="8616914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16914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644346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to paid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956248" y="233172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12280" y="2331720"/>
            <a:ext cx="1339335" cy="1371600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35" name="Text 33"/>
          <p:cNvSpPr/>
          <p:nvPr/>
        </p:nvSpPr>
        <p:spPr>
          <a:xfrm>
            <a:off x="10212280" y="2459736"/>
            <a:ext cx="13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12280" y="2752344"/>
            <a:ext cx="13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239712" y="3172968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&amp; wrap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4160520"/>
            <a:ext cx="339333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160520"/>
            <a:ext cx="41148" cy="13716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3434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14400" y="4709160"/>
            <a:ext cx="2890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overlay on Payment — pauses payment &amp; close. Not a separate stage.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99178" y="4160520"/>
            <a:ext cx="339333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99178" y="4160520"/>
            <a:ext cx="41148" cy="13716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4" name="Text 42"/>
          <p:cNvSpPr/>
          <p:nvPr/>
        </p:nvSpPr>
        <p:spPr>
          <a:xfrm>
            <a:off x="4673498" y="43434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Declined / Cancelled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673498" y="4709160"/>
            <a:ext cx="2890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terminal off-ramps: decline / 72h expiry, or mutual cancel before signing.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58277" y="4160520"/>
            <a:ext cx="339333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58277" y="4160520"/>
            <a:ext cx="41148" cy="13716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48" name="Text 46"/>
          <p:cNvSpPr/>
          <p:nvPr/>
        </p:nvSpPr>
        <p:spPr>
          <a:xfrm>
            <a:off x="8432597" y="43434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Forward-only &amp; logged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432597" y="4709160"/>
            <a:ext cx="2890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Stages never move backward; conflicts resolve within a stage. Every change is audited.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Server-enforced  ·  forward-only  ·  every transition logged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IT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things WhatsApp can't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6285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1148" cy="338328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96312"/>
            <a:ext cx="868680" cy="868680"/>
          </a:xfrm>
          <a:prstGeom prst="rect">
            <a:avLst/>
          </a:prstGeom>
          <a:solidFill>
            <a:srgbClr val="EDE8D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0662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5661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deal flow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4069080"/>
            <a:ext cx="27959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Gated, role-aware stages replace free-form chat. The server — not the client — decides what happens next, and logs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4418" y="2148840"/>
            <a:ext cx="336285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14418" y="2148840"/>
            <a:ext cx="41148" cy="338328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2" name="Shape 9"/>
          <p:cNvSpPr/>
          <p:nvPr/>
        </p:nvSpPr>
        <p:spPr>
          <a:xfrm>
            <a:off x="4707026" y="2496312"/>
            <a:ext cx="868680" cy="868680"/>
          </a:xfrm>
          <a:prstGeom prst="rect">
            <a:avLst/>
          </a:prstGeom>
          <a:solidFill>
            <a:srgbClr val="EDE8D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338" y="270662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7026" y="35661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contract parser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07026" y="4069080"/>
            <a:ext cx="27959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messy chat becomes 22 structured fields. It returns “not discussed” rather than guess, and both parties confirm before anything binds.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8757" y="2148840"/>
            <a:ext cx="336285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88757" y="2148840"/>
            <a:ext cx="41148" cy="338328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8" name="Shape 14"/>
          <p:cNvSpPr/>
          <p:nvPr/>
        </p:nvSpPr>
        <p:spPr>
          <a:xfrm>
            <a:off x="8481365" y="2496312"/>
            <a:ext cx="868680" cy="868680"/>
          </a:xfrm>
          <a:prstGeom prst="rect">
            <a:avLst/>
          </a:prstGeom>
          <a:solidFill>
            <a:srgbClr val="EDE8D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70662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81365" y="35661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Auto-populated trackers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81365" y="4069080"/>
            <a:ext cx="27959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parse feeds the deal, payment, calendar and rights trackers — so the work is captured once, not re-typed four times.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backends, one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0" y="1783080"/>
            <a:ext cx="4114800" cy="868680"/>
          </a:xfrm>
          <a:prstGeom prst="rect">
            <a:avLst/>
          </a:prstGeom>
          <a:solidFill>
            <a:srgbClr val="1A15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299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— Expo (React Native Web)
</a:t>
            </a:r>
            <a:pPr algn="l" indent="0" marL="0">
              <a:buNone/>
            </a:pPr>
            <a:r>
              <a:rPr lang="en-US" sz="105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app · web now, native later · anon key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80160" y="32461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0160" y="3246120"/>
            <a:ext cx="41148" cy="16002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Supabase-direct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is the lock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40507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· reads · realtime · file storage · simple owned writes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12280" y="32461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3246120"/>
            <a:ext cx="41148" cy="16002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(Python)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8660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service_role · server enforces every rule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40507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machine · AI (ai_service) · contract PDFs · email · audit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23360" y="5394960"/>
            <a:ext cx="4114800" cy="777240"/>
          </a:xfrm>
          <a:prstGeom prst="rect">
            <a:avLst/>
          </a:prstGeom>
          <a:solidFill>
            <a:srgbClr val="1A151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60527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04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 ·  42 tables + Row Level Security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937760" y="2651760"/>
            <a:ext cx="-1600200" cy="594360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0" y="2651760"/>
            <a:ext cx="1645920" cy="594360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7560" y="4846320"/>
            <a:ext cx="1600200" cy="548640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869680" y="4846320"/>
            <a:ext cx="-1645920" cy="548640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18520" y="338328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EDE8DF"/>
          </a:solidFill>
          <a:ln/>
        </p:spPr>
      </p:sp>
      <p:sp>
        <p:nvSpPr>
          <p:cNvPr id="25" name="Text 21"/>
          <p:cNvSpPr/>
          <p:nvPr/>
        </p:nvSpPr>
        <p:spPr>
          <a:xfrm>
            <a:off x="11018520" y="3383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1018520" y="4114800"/>
            <a:ext cx="960120" cy="502920"/>
          </a:xfrm>
          <a:prstGeom prst="roundRect">
            <a:avLst>
              <a:gd name="adj" fmla="val 18182"/>
            </a:avLst>
          </a:prstGeom>
          <a:solidFill>
            <a:srgbClr val="EDE8DF"/>
          </a:solidFill>
          <a:ln/>
        </p:spPr>
      </p:sp>
      <p:sp>
        <p:nvSpPr>
          <p:cNvPr id="27" name="Text 23"/>
          <p:cNvSpPr/>
          <p:nvPr/>
        </p:nvSpPr>
        <p:spPr>
          <a:xfrm>
            <a:off x="11018520" y="4114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Resend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10927080" y="3657600"/>
            <a:ext cx="91440" cy="-27432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927080" y="4343400"/>
            <a:ext cx="91440" cy="18288"/>
          </a:xfrm>
          <a:prstGeom prst="line">
            <a:avLst/>
          </a:prstGeom>
          <a:noFill/>
          <a:ln w="15875">
            <a:solidFill>
              <a:srgbClr val="7A553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reads directly — RLS is the lock. Anything that changes state, uses AI, or sends mail goes through FastAPI.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STACK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one builder, free tiers, and a clean swap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2453564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 (React Native Web)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now, native later — no rewrite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TypeScript, strict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catches errors before runtime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Zustand + Realtime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global state, live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9404" y="210312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59404" y="2432304"/>
            <a:ext cx="2453564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9404" y="260604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+ 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9404" y="306324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to write, AI-friendly, self-documenting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59404" y="393192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WeasyPrint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9404" y="438912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PDFs, no per-page 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59404" y="525780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ai_service → Gemini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59404" y="571500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providers in one file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8728" y="210312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INFRA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28" y="2432304"/>
            <a:ext cx="2453564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260604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(Postgres + RLS)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8728" y="306324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DB, auth, realtime, storage in 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8728" y="393192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8728" y="438912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buckets, signed URLs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8728" y="525780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8728" y="571500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email (free tier)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98051" y="210312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051" y="2432304"/>
            <a:ext cx="2453564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051" y="260604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+ Railway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051" y="306324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from GitHub on push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98051" y="393192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98051" y="438912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repo, one history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051" y="5257800"/>
            <a:ext cx="24535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tiers only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98051" y="5715000"/>
            <a:ext cx="23621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before any paid service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features in — and a clear line for what's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2084832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084832"/>
            <a:ext cx="6949440" cy="256032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2011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&amp; Trust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578608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578608"/>
            <a:ext cx="390906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11" name="Text 9"/>
          <p:cNvSpPr/>
          <p:nvPr/>
        </p:nvSpPr>
        <p:spPr>
          <a:xfrm>
            <a:off x="765810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3072384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3072384"/>
            <a:ext cx="325755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15" name="Text 13"/>
          <p:cNvSpPr/>
          <p:nvPr/>
        </p:nvSpPr>
        <p:spPr>
          <a:xfrm>
            <a:off x="7006590" y="29992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(mock)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3566160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3566160"/>
            <a:ext cx="282321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19" name="Text 17"/>
          <p:cNvSpPr/>
          <p:nvPr/>
        </p:nvSpPr>
        <p:spPr>
          <a:xfrm>
            <a:off x="6572250" y="34930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867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4059936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4059936"/>
            <a:ext cx="130302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23" name="Text 21"/>
          <p:cNvSpPr/>
          <p:nvPr/>
        </p:nvSpPr>
        <p:spPr>
          <a:xfrm>
            <a:off x="5052060" y="3986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Parser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0" y="4553712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4553712"/>
            <a:ext cx="108585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27" name="Text 25"/>
          <p:cNvSpPr/>
          <p:nvPr/>
        </p:nvSpPr>
        <p:spPr>
          <a:xfrm>
            <a:off x="4834890" y="4480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9743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0" y="5047488"/>
            <a:ext cx="6949440" cy="256032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5047488"/>
            <a:ext cx="868680" cy="256032"/>
          </a:xfrm>
          <a:prstGeom prst="rect">
            <a:avLst/>
          </a:prstGeom>
          <a:solidFill>
            <a:srgbClr val="A07850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49743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5486400"/>
            <a:ext cx="1091153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5486400"/>
            <a:ext cx="41148" cy="658368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48640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MVP, by design: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payments, the full marketplace, brand-uploaded contracts, SMS/2FA and the Tax Tool are deferred to MVP-2 / MVP-3 / Future (appendix).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deal spine first, harden throughout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1475689" cy="54864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&amp; 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15769" y="22860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27249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7249" y="2286000"/>
            <a:ext cx="1475689" cy="54864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11" name="Text 9"/>
          <p:cNvSpPr/>
          <p:nvPr/>
        </p:nvSpPr>
        <p:spPr>
          <a:xfrm>
            <a:off x="2527249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2969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(mock)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02938" y="22860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14418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4418" y="2286000"/>
            <a:ext cx="1475689" cy="5486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6" name="Text 14"/>
          <p:cNvSpPr/>
          <p:nvPr/>
        </p:nvSpPr>
        <p:spPr>
          <a:xfrm>
            <a:off x="4414418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60138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0108" y="22860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1588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1588" y="2286000"/>
            <a:ext cx="1475689" cy="54864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1588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47308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Parser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7277" y="22860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88757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8757" y="2286000"/>
            <a:ext cx="1475689" cy="54864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26" name="Text 24"/>
          <p:cNvSpPr/>
          <p:nvPr/>
        </p:nvSpPr>
        <p:spPr>
          <a:xfrm>
            <a:off x="8188757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34477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64446" y="22860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075926" y="2286000"/>
            <a:ext cx="1475689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75926" y="2286000"/>
            <a:ext cx="1475689" cy="54864"/>
          </a:xfrm>
          <a:prstGeom prst="rect">
            <a:avLst/>
          </a:prstGeom>
          <a:solidFill>
            <a:srgbClr val="D9D0C2"/>
          </a:solidFill>
          <a:ln/>
        </p:spPr>
      </p:sp>
      <p:sp>
        <p:nvSpPr>
          <p:cNvPr id="31" name="Text 29"/>
          <p:cNvSpPr/>
          <p:nvPr/>
        </p:nvSpPr>
        <p:spPr>
          <a:xfrm>
            <a:off x="10075926" y="2487168"/>
            <a:ext cx="1475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121646" y="2999232"/>
            <a:ext cx="13842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split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206240"/>
            <a:ext cx="10911535" cy="914400"/>
          </a:xfrm>
          <a:prstGeom prst="rect">
            <a:avLst/>
          </a:prstGeom>
          <a:solidFill>
            <a:srgbClr val="1A1510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462272"/>
            <a:ext cx="411480" cy="4114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554480" y="420624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P12 — Security &amp; Notifications</a:t>
            </a:r>
            <a:pPr algn="l" indent="0" marL="0">
              <a:buNone/>
            </a:pPr>
            <a:r>
              <a:rPr lang="en-US" sz="125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built alongside every phase, from day one (RLS, RBAC, audit log, in-app + email)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phase ships a working slice; the marketplace stays mock so the real deal flow is built and validated first.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RISKS &amp; OPEN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calls before production — none block the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76856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retention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Income Tax Act (~6 yrs) + perpetuity contracts; varies by market — legal research.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4448" y="2148840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2148840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2276856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data privacy (Gemini)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8768" y="258775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real chat to a third-party model needs disclosure + data terms, or a provider swap.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27832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5584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DPDP Act 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6674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Consent, data-principal rights, breach notification before an India public launch.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4448" y="3227832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4448" y="3227832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8" name="Text 16"/>
          <p:cNvSpPr/>
          <p:nvPr/>
        </p:nvSpPr>
        <p:spPr>
          <a:xfrm>
            <a:off x="6598768" y="335584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Whitelisting ad-account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8768" y="366674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Facilitated vs manual access has security implications. MVP tracks only.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06824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34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Railway scheduled worker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45736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Time-driven reminders need a background worker — confirm the free tier supports 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4448" y="4306824"/>
            <a:ext cx="52271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4448" y="4306824"/>
            <a:ext cx="41148" cy="91440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26" name="Text 24"/>
          <p:cNvSpPr/>
          <p:nvPr/>
        </p:nvSpPr>
        <p:spPr>
          <a:xfrm>
            <a:off x="6598768" y="4434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NativeBase UI library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8768" y="4745736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for MVP, flagged to re-evaluate at task 6.4 before committing further.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911535" cy="676656"/>
          </a:xfrm>
          <a:prstGeom prst="rect">
            <a:avLst/>
          </a:prstGeom>
          <a:solidFill>
            <a:srgbClr val="EDE8D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5486400"/>
            <a:ext cx="54864" cy="676656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486400"/>
            <a:ext cx="10362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Near-term: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Railway supports a background worker before the production split. The seventh decision — account-deletion vs retention — folds into the legal review above.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8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371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BLUEPRINT IS LOCKED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spec. One source of truth.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 starts here.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0584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47472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9436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41248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fields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5840" y="5897880"/>
            <a:ext cx="10149840" cy="0"/>
          </a:xfrm>
          <a:prstGeom prst="line">
            <a:avLst/>
          </a:prstGeom>
          <a:noFill/>
          <a:ln w="12700">
            <a:solidFill>
              <a:srgbClr val="7A55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 — MVP Technical Spec v1.0   ·   Locked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scope &amp; the internal cuts that focused the MVP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657600" cy="0"/>
          </a:xfrm>
          <a:prstGeom prst="line">
            <a:avLst/>
          </a:prstGeom>
          <a:noFill/>
          <a:ln w="25400">
            <a:solidFill>
              <a:srgbClr val="7A553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· DEFERRED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comes after the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6285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41148" cy="374904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774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MVP-2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NEXT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32688" y="3246120"/>
            <a:ext cx="2777642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429000"/>
            <a:ext cx="27959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payment processing · the full marketplace (Campaigns, Products, Events) · brand-uploaded contracts · Tax Tool · Document Hub · SMS &amp; 2FA · subscriptions &amp; billing · rich push notifications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4418" y="2103120"/>
            <a:ext cx="336285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4418" y="2103120"/>
            <a:ext cx="41148" cy="374904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7026" y="23774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MVP-3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7026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POST-LAUNCH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7026" y="3246120"/>
            <a:ext cx="2777642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7026" y="3429000"/>
            <a:ext cx="27959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AI-ranked discovery &amp; feed · escrow + milestone auto-release · accounting export (Tally/QuickBooks/Xero) · calendar &amp; social-scheduler integrations · government-API verification · Hindi &amp; regional language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8757" y="2103120"/>
            <a:ext cx="336285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8757" y="2103120"/>
            <a:ext cx="41148" cy="3749040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8" name="Text 16"/>
          <p:cNvSpPr/>
          <p:nvPr/>
        </p:nvSpPr>
        <p:spPr>
          <a:xfrm>
            <a:off x="8481365" y="23774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81365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VISION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81365" y="3246120"/>
            <a:ext cx="2777642" cy="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1365" y="3429000"/>
            <a:ext cx="27959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&amp; Partner user types · sub-brand linking · affiliate &amp; co-creation deal types · external deal tracking · multi-market tax &amp; legal compliance (SG/UK/UAE/USA)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· INTERNAL SCOPE CUTS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cut to focus the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3291840" cy="5486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D0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7A55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the exclusions doc to narrow v5's 157 “MVP” tags to the real build scope.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41148" cy="69494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2862072"/>
            <a:ext cx="6979615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8541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18541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2FA, SMS OTP, device management, multiple social handles — email OTP only.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41148" cy="69494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3593592"/>
            <a:ext cx="6979615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916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291693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all Campaigns, Products &amp; Events flows — kept mock browse, profiles, and one basic Connect.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611880"/>
            <a:ext cx="41148" cy="69494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4325112"/>
            <a:ext cx="6979615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64845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64845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voice notes, pins, reactions, read receipts, search and PDF export.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343400"/>
            <a:ext cx="41148" cy="69494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5056632"/>
            <a:ext cx="6979615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37997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37997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Tracking-only — no gateway, escrow, auto-release or auto-invoicing.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5074920"/>
            <a:ext cx="41148" cy="694944"/>
          </a:xfrm>
          <a:prstGeom prst="rect">
            <a:avLst/>
          </a:prstGeom>
          <a:solidFill>
            <a:srgbClr val="7A5535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5788152"/>
            <a:ext cx="6979615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511149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511149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Platform-generated only — brand-uploaded contracts and version control deferred.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7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 — MVP Technical Overview</dc:title>
  <dc:subject>PptxGenJS Presentation</dc:subject>
  <dc:creator>Biz</dc:creator>
  <cp:lastModifiedBy>Biz</cp:lastModifiedBy>
  <cp:revision>1</cp:revision>
  <dcterms:created xsi:type="dcterms:W3CDTF">2026-06-06T14:33:16Z</dcterms:created>
  <dcterms:modified xsi:type="dcterms:W3CDTF">2026-06-06T14:33:16Z</dcterms:modified>
</cp:coreProperties>
</file>